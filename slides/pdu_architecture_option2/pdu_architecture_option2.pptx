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direct summary: this works, but it is currently a demo-style architecture. The key issue is not UART; it is the lack of clean layers between command intent and GPIO behavior.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current wire format plainly. Students can understand it quickly, but it is easy to confuse with either text commands or real binary framing.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fast. The path is not complicated. The architectural problem is that too many responsibilities live in the same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student angle explicit. The system is understandable, but it makes students hold too many layers in their head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overexplaining. This is the recommended shape: Pi speaks mission behavior, Teensy supervises, PDU owns hardware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heart of the recommendation. The API should match the spacecraft behavior students are trying to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practical win: composite rail behavior stays inside the board driver. Higher layers request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teaching value. Students can debug one layer at a time instead of mixing mission intent, packet bytes, and GPIO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concrete recommendation. Option 2 is enough structure for future missions without making the first refactor too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PDU architecture is simple, but too tightly coupled.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Current behavior first. Then the recommended refactor.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874520"/>
            <a:ext cx="4251960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2130552"/>
            <a:ext cx="36667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221\n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 = SetSwitch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 = SW_3V3_1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 = 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23560" y="1874520"/>
            <a:ext cx="5440680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24728" y="2075688"/>
            <a:ext cx="5038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One small UART command drives real power hardware.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24728" y="2532888"/>
            <a:ext cx="50383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That is useful for demos, but it needs stronger boundaries before students treat it as plug-and-play mission infrastructure.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Today, the PDU speaks ASCII-offset bytes over UART.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It is not a readable command sentence. It is a tiny numeric protocol encoded as characters.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2402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9933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6BFE"/>
                </a:solidFill>
              </a:rPr>
              <a:t>BYTE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8408" y="226771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Command byte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78408" y="2697480"/>
            <a:ext cx="1837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ASCII character minus 48 becomes the packet type.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0128" y="1828800"/>
            <a:ext cx="22402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9933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BYTE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11296" y="226771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Switch byte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11296" y="2697480"/>
            <a:ext cx="1837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ASCII character minus 48 selects the rail or device.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43016" y="1828800"/>
            <a:ext cx="22402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19933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76E00"/>
                </a:solidFill>
              </a:rPr>
              <a:t>BYTE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044184" y="226771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State byte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044184" y="2697480"/>
            <a:ext cx="1837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ASCII character minus 48 becomes off or 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75904" y="1828800"/>
            <a:ext cx="2240280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7072" y="199339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93B3B"/>
                </a:solidFill>
              </a:rPr>
              <a:t>END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77072" y="226771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Newline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577072" y="2697480"/>
            <a:ext cx="1837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CR or LF ends the command frame.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148840" y="4617720"/>
            <a:ext cx="7909560" cy="8412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4873752"/>
            <a:ext cx="7324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'2' - 48 = 2       '1' - 48 = 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active firmware path is one straight line.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This is why it is easy to demo and easy to outgrow.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246BFE"/>
          </a:solidFill>
          <a:ln w="12700">
            <a:solidFill>
              <a:srgbClr val="246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2996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FreeRTOS task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26080" y="13258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202996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UART poll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B76E00"/>
          </a:solidFill>
          <a:ln w="12700">
            <a:solidFill>
              <a:srgbClr val="B76E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182880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02996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Decode packet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98080" y="13258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C93B3B"/>
          </a:solidFill>
          <a:ln w="12700">
            <a:solidFill>
              <a:srgbClr val="C93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98080" y="182880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9248" y="202996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Switch GPIO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784080" y="1325880"/>
            <a:ext cx="960120" cy="347472"/>
          </a:xfrm>
          <a:prstGeom prst="roundRect">
            <a:avLst>
              <a:gd name="adj" fmla="val 26316"/>
            </a:avLst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0" y="138988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784080" y="1828800"/>
            <a:ext cx="182880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85248" y="202996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2033"/>
                </a:solidFill>
              </a:rPr>
              <a:t>Send reply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600200" y="4343400"/>
            <a:ext cx="9052560" cy="960120"/>
          </a:xfrm>
          <a:prstGeom prst="roundRect">
            <a:avLst>
              <a:gd name="adj" fmla="val 6667"/>
            </a:avLst>
          </a:prstGeom>
          <a:solidFill>
            <a:srgbClr val="FFF7E8"/>
          </a:solidFill>
          <a:ln w="12700">
            <a:solidFill>
              <a:srgbClr val="F6C5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4544568"/>
            <a:ext cx="8650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The same handler currently mixes protocol parsing, command dispatch, physical GPIO behavior, and telemetry packing.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fine for learning the board, not for mission reuse.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The current design teaches the hardware path, but not a durable subsystem boundary.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2971800" cy="3200400"/>
          </a:xfrm>
          <a:prstGeom prst="roundRect">
            <a:avLst>
              <a:gd name="adj" fmla="val 2154"/>
            </a:avLst>
          </a:prstGeom>
          <a:solidFill>
            <a:srgbClr val="ECFDF3"/>
          </a:solidFill>
          <a:ln w="12700">
            <a:solidFill>
              <a:srgbClr val="A6F4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85623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CURRENT STRENGTH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" y="213055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Good today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69848" y="2560320"/>
            <a:ext cx="2569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Fast to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Easy to inspect on serial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Small enough for a demo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Direct proof of GPIO behavior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1691640"/>
            <a:ext cx="2971800" cy="3200400"/>
          </a:xfrm>
          <a:prstGeom prst="roundRect">
            <a:avLst>
              <a:gd name="adj" fmla="val 2154"/>
            </a:avLst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8888" y="185623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93B3B"/>
                </a:solidFill>
              </a:rPr>
              <a:t>CURRENT RISK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18888" y="213055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Hard tomorrow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18888" y="2560320"/>
            <a:ext cx="2569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Raw struct assumptions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No version or CRC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Weak error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Physical rails leak upward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366760" y="1691640"/>
            <a:ext cx="2971800" cy="3200400"/>
          </a:xfrm>
          <a:prstGeom prst="roundRect">
            <a:avLst>
              <a:gd name="adj" fmla="val 2154"/>
            </a:avLst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7928" y="185623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</a:rPr>
              <a:t>MENTAL LOAD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67928" y="2130552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Student problem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567928" y="2560320"/>
            <a:ext cx="25694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They must reason about UART, enums, GPIO pins, composite rails, and telemetry layout at the same time.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2 gives the PDU a real EPS interface.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The wire protocol should describe mission intent, not GPIO trivia.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8408" y="167335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6BFE"/>
                </a:solidFill>
              </a:rPr>
              <a:t>LAYER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78408" y="194767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Pi / F Prime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78408" y="23774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Mission commands and telemetry.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50876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13048" y="167335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LAYER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13048" y="194767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Teensy 4.1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813048" y="23774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EPS client and supervisor.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150876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67335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76E00"/>
                </a:solidFill>
              </a:rPr>
              <a:t>LAYER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47688" y="194767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PDU ICD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47688" y="23774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Versioned UART contract.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81160" y="1508760"/>
            <a:ext cx="251460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82328" y="167335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93B3B"/>
                </a:solidFill>
              </a:rPr>
              <a:t>LAYER 4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482328" y="1947672"/>
            <a:ext cx="2112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PDU MCU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482328" y="237744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GPIO and sensing owner.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965960" y="4160520"/>
            <a:ext cx="827532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4416552"/>
            <a:ext cx="76901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magic | version | type | seq | len | payload | crc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new commands should sound like EPS behavior.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Students should think in rails, health, faults, and safety actions.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892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15568" y="235000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Prove the link is alive.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36008" y="1892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GET_CAPS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36008" y="235000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Report what this board supports.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69164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6448" y="189280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SET_RAIL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56448" y="235000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Turn a named rail on or off.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5876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GET_SOH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3159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Return compact health state.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385876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PULSE_RESET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36008" y="43159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Reset a supervised device.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0" y="3657600"/>
            <a:ext cx="27889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3858768"/>
            <a:ext cx="2386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GET_FAULTS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56448" y="4315968"/>
            <a:ext cx="2386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Report latched fault flags.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PDU firmware becomes four small modules.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Each module has one job, so students know where to look.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331720" cy="242316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76479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6BFE"/>
                </a:solidFill>
              </a:rPr>
              <a:t>MODULE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24128" y="20391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Transport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24128" y="2468880"/>
            <a:ext cx="1929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Read a frame.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Check CRC.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Return bytes.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331720" cy="242316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76479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MODULE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21608" y="20391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Protocol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21608" y="2468880"/>
            <a:ext cx="1929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Decode message type.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Validate payload.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Encode reply.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331720" cy="242316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176479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76E00"/>
                </a:solidFill>
              </a:rPr>
              <a:t>MODULE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19088" y="20391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EPS logic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19088" y="2468880"/>
            <a:ext cx="1929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Apply rules.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Reject unsafe state.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Build SOH.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331720" cy="242316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176479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93B3B"/>
                </a:solidFill>
              </a:rPr>
              <a:t>MODULE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16568" y="2039112"/>
            <a:ext cx="1929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Board driver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116568" y="2468880"/>
            <a:ext cx="1929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Own pins.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Read sensors.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Hide hardware quirks.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874520" y="4754880"/>
            <a:ext cx="84582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75688" y="4956048"/>
            <a:ext cx="8055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No mission software should need to know that SW_12V also needs SW_5V_EN4.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student reasoning path gets much cleaner.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Every layer answers a different question.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288036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7647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6BFE"/>
                </a:solidFill>
              </a:rPr>
              <a:t>QUESTION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15568" y="20391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Mission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468880"/>
            <a:ext cx="2478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What do we want the spacecraft to do?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Example: turn payload power 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600200"/>
            <a:ext cx="288036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7647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QUESTION 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64608" y="20391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Protocol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64608" y="2468880"/>
            <a:ext cx="2478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Was the request valid, versioned, acknowledged, and checked?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Example: SET_RAIL accepted.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0" y="1600200"/>
            <a:ext cx="2880360" cy="33832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1764792"/>
            <a:ext cx="2478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76E00"/>
                </a:solidFill>
              </a:rPr>
              <a:t>QUESTION 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13648" y="203911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Hardware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13648" y="2468880"/>
            <a:ext cx="24780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Which pins and sensors prove the rail actually changed?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Example: rail state and faults reported.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refactor to Option 2 first.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67085"/>
                </a:solidFill>
              </a:rPr>
              <a:t>Keep it small. Make the boundary real. Do not jump straight to a generator yet.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600200"/>
            <a:ext cx="31089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76479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46BFE"/>
                </a:solidFill>
              </a:rPr>
              <a:t>START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69848" y="2039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Step 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69848" y="2468880"/>
            <a:ext cx="2706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Freeze the existing ASCII protocol as legacy v1.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Document examples and known limits.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1089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27448" y="176479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2A150"/>
                </a:solidFill>
              </a:rPr>
              <a:t>BUILD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27448" y="2039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Step 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27448" y="2468880"/>
            <a:ext cx="2706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Add a v2 framed EPS ICD.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Implement PING, GET_CAPS, SET_RAIL, GET_SOH.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3880" y="1600200"/>
            <a:ext cx="3108960" cy="26974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5048" y="1764792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76E00"/>
                </a:solidFill>
              </a:rPr>
              <a:t>INTEGRATE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385048" y="2039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Step 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85048" y="2468880"/>
            <a:ext cx="2706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Write the Teensy client library.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Then connect F Prime through EpsService/EpsAdapter.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11680" y="5074920"/>
            <a:ext cx="818388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5276088"/>
            <a:ext cx="7781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2033"/>
                </a:solidFill>
              </a:rPr>
              <a:t>Best outcome: students reason through mission commands, protocol frames, and hardware proof separately.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48640" y="64556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8A2B3"/>
                </a:solidFill>
              </a:rPr>
              <a:t>PDU architecture | 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Artemis CubeSat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PDU Architecture and Option 2 Refactor</dc:title>
  <dc:subject>Artemis PDU architecture and Option 2 refactor</dc:subject>
  <dc:creator>Codex</dc:creator>
  <cp:lastModifiedBy>Codex</cp:lastModifiedBy>
  <cp:revision>1</cp:revision>
  <dcterms:created xsi:type="dcterms:W3CDTF">2026-04-28T23:33:57Z</dcterms:created>
  <dcterms:modified xsi:type="dcterms:W3CDTF">2026-04-28T23:33:57Z</dcterms:modified>
</cp:coreProperties>
</file>